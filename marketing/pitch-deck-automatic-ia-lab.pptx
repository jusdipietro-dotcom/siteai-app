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IA Lab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457200" y="2560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i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Automatizamos tu negocio con IA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914400" y="33832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Generador de sitios web con IA para negocios locales en Argentina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Problema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3474720"/>
          </a:xfrm>
          <a:prstGeom prst="rect">
            <a:avLst/>
          </a:prstGeom>
          <a:solidFill>
            <a:srgbClr val="E8EEF5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371600"/>
            <a:ext cx="731520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70%+ de pequeños negocios en Argentina</a:t>
            </a:r>
            <a:endParaRPr lang="en-US" sz="2000" dirty="0"/>
          </a:p>
          <a:p>
            <a:pPr algn="l"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tienen presencia en línea</a:t>
            </a:r>
            <a:endParaRPr lang="en-US" sz="2000" dirty="0"/>
          </a:p>
          <a:p>
            <a:pPr algn="l" indent="0" marL="0">
              <a:buNone/>
            </a:pPr>
            <a:r>
              <a:rPr lang="en-US" sz="2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20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Pierden clientes diariamente</a:t>
            </a:r>
            <a:endParaRPr lang="en-US" sz="2000" dirty="0"/>
          </a:p>
          <a:p>
            <a:pPr algn="l" indent="0" marL="0">
              <a:buNone/>
            </a:pPr>
            <a:r>
              <a:rPr lang="en-US" sz="2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20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un sitio web profesional, los negocios locales quedan invisibles en Internet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Solución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8229600" cy="347472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554480"/>
            <a:ext cx="73152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IA Lab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24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 un sitio web profesional con IA en</a:t>
            </a:r>
            <a:endParaRPr lang="en-US" sz="2400" dirty="0"/>
          </a:p>
          <a:p>
            <a:pPr algn="ctr"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SEGUNDOS</a:t>
            </a:r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Funciona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2560320" cy="2560320"/>
          </a:xfrm>
          <a:prstGeom prst="rect">
            <a:avLst/>
          </a:prstGeom>
          <a:solidFill>
            <a:srgbClr val="06B6D4"/>
          </a:solidFill>
          <a:ln/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3716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640080" y="192024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Completa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Formulario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283464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Información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negocio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29000" y="1188720"/>
            <a:ext cx="2560320" cy="2560320"/>
          </a:xfrm>
          <a:prstGeom prst="rect">
            <a:avLst/>
          </a:prstGeom>
          <a:solidFill>
            <a:srgbClr val="06B6D4"/>
          </a:solidFill>
          <a:ln/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429000" y="13716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3520440" y="192024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Genera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Sitio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520440" y="283464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y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contenido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309360" y="1188720"/>
            <a:ext cx="2560320" cy="2560320"/>
          </a:xfrm>
          <a:prstGeom prst="rect">
            <a:avLst/>
          </a:prstGeom>
          <a:solidFill>
            <a:srgbClr val="06B6D4"/>
          </a:solidFill>
          <a:ln/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309360" y="13716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6400800" y="192024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Publicado en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Pages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00800" y="283464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Automáticamente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Características Principales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3840480" cy="1280160"/>
          </a:xfrm>
          <a:prstGeom prst="rect">
            <a:avLst/>
          </a:prstGeom>
          <a:solidFill>
            <a:srgbClr val="06B6D4"/>
          </a:solidFill>
          <a:ln/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1371600"/>
            <a:ext cx="3474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Generación instantánea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0" y="1188720"/>
            <a:ext cx="3840480" cy="1280160"/>
          </a:xfrm>
          <a:prstGeom prst="rect">
            <a:avLst/>
          </a:prstGeom>
          <a:solidFill>
            <a:srgbClr val="06B6D4"/>
          </a:solidFill>
          <a:ln/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754880" y="1371600"/>
            <a:ext cx="3474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personalizado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2743200"/>
            <a:ext cx="3840480" cy="1280160"/>
          </a:xfrm>
          <a:prstGeom prst="rect">
            <a:avLst/>
          </a:prstGeom>
          <a:solidFill>
            <a:srgbClr val="06B6D4"/>
          </a:solidFill>
          <a:ln/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0080" y="2926080"/>
            <a:ext cx="3474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Auto-publicación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72000" y="2743200"/>
            <a:ext cx="3840480" cy="1280160"/>
          </a:xfrm>
          <a:prstGeom prst="rect">
            <a:avLst/>
          </a:prstGeom>
          <a:solidFill>
            <a:srgbClr val="06B6D4"/>
          </a:solidFill>
          <a:ln/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754880" y="2926080"/>
            <a:ext cx="3474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SEO incluido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57200" y="4297680"/>
            <a:ext cx="3840480" cy="1280160"/>
          </a:xfrm>
          <a:prstGeom prst="rect">
            <a:avLst/>
          </a:prstGeom>
          <a:solidFill>
            <a:srgbClr val="06B6D4"/>
          </a:solidFill>
          <a:ln/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0080" y="4480560"/>
            <a:ext cx="3474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design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572000" y="4297680"/>
            <a:ext cx="3840480" cy="1280160"/>
          </a:xfrm>
          <a:prstGeom prst="rect">
            <a:avLst/>
          </a:prstGeom>
          <a:solidFill>
            <a:srgbClr val="06B6D4"/>
          </a:solidFill>
          <a:ln/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754880" y="4480560"/>
            <a:ext cx="3474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Botón WhatsApp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57200" y="5852160"/>
            <a:ext cx="3840480" cy="1280160"/>
          </a:xfrm>
          <a:prstGeom prst="rect">
            <a:avLst/>
          </a:prstGeom>
          <a:solidFill>
            <a:srgbClr val="06B6D4"/>
          </a:solidFill>
          <a:ln/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40080" y="6035040"/>
            <a:ext cx="3474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Analytics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572000" y="5852160"/>
            <a:ext cx="3840480" cy="1280160"/>
          </a:xfrm>
          <a:prstGeom prst="rect">
            <a:avLst/>
          </a:prstGeom>
          <a:solidFill>
            <a:srgbClr val="06B6D4"/>
          </a:solidFill>
          <a:ln/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754880" y="6035040"/>
            <a:ext cx="3474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 seguro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12+ Tipos de Negocios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2560320" cy="640080"/>
          </a:xfrm>
          <a:prstGeom prst="rect">
            <a:avLst/>
          </a:prstGeom>
          <a:solidFill>
            <a:srgbClr val="06B6D4"/>
          </a:solidFill>
          <a:ln/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18872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Restaurantes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0" y="1188720"/>
            <a:ext cx="2560320" cy="640080"/>
          </a:xfrm>
          <a:prstGeom prst="rect">
            <a:avLst/>
          </a:prstGeom>
          <a:solidFill>
            <a:srgbClr val="06B6D4"/>
          </a:solidFill>
          <a:ln/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200400" y="118872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Despachos legales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943600" y="1188720"/>
            <a:ext cx="2560320" cy="640080"/>
          </a:xfrm>
          <a:prstGeom prst="rect">
            <a:avLst/>
          </a:prstGeom>
          <a:solidFill>
            <a:srgbClr val="06B6D4"/>
          </a:solidFill>
          <a:ln/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943600" y="118872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Clínicas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1965960"/>
            <a:ext cx="2560320" cy="640080"/>
          </a:xfrm>
          <a:prstGeom prst="rect">
            <a:avLst/>
          </a:prstGeom>
          <a:solidFill>
            <a:srgbClr val="06B6D4"/>
          </a:solidFill>
          <a:ln/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7200" y="196596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Gimnasios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200400" y="1965960"/>
            <a:ext cx="2560320" cy="640080"/>
          </a:xfrm>
          <a:prstGeom prst="rect">
            <a:avLst/>
          </a:prstGeom>
          <a:solidFill>
            <a:srgbClr val="06B6D4"/>
          </a:solidFill>
          <a:ln/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200400" y="196596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Salones de belleza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943600" y="1965960"/>
            <a:ext cx="2560320" cy="640080"/>
          </a:xfrm>
          <a:prstGeom prst="rect">
            <a:avLst/>
          </a:prstGeom>
          <a:solidFill>
            <a:srgbClr val="06B6D4"/>
          </a:solidFill>
          <a:ln/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943600" y="196596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Inmobiliarias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2743200"/>
            <a:ext cx="2560320" cy="640080"/>
          </a:xfrm>
          <a:prstGeom prst="rect">
            <a:avLst/>
          </a:prstGeom>
          <a:solidFill>
            <a:srgbClr val="06B6D4"/>
          </a:solidFill>
          <a:ln/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57200" y="274320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Contabilidad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200400" y="2743200"/>
            <a:ext cx="2560320" cy="640080"/>
          </a:xfrm>
          <a:prstGeom prst="rect">
            <a:avLst/>
          </a:prstGeom>
          <a:solidFill>
            <a:srgbClr val="06B6D4"/>
          </a:solidFill>
          <a:ln/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200400" y="274320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Fotografía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943600" y="2743200"/>
            <a:ext cx="2560320" cy="640080"/>
          </a:xfrm>
          <a:prstGeom prst="rect">
            <a:avLst/>
          </a:prstGeom>
          <a:solidFill>
            <a:srgbClr val="06B6D4"/>
          </a:solidFill>
          <a:ln/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943600" y="274320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Agencias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57200" y="3520440"/>
            <a:ext cx="2560320" cy="640080"/>
          </a:xfrm>
          <a:prstGeom prst="rect">
            <a:avLst/>
          </a:prstGeom>
          <a:solidFill>
            <a:srgbClr val="06B6D4"/>
          </a:solidFill>
          <a:ln/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57200" y="352044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200400" y="3520440"/>
            <a:ext cx="2560320" cy="640080"/>
          </a:xfrm>
          <a:prstGeom prst="rect">
            <a:avLst/>
          </a:prstGeom>
          <a:solidFill>
            <a:srgbClr val="06B6D4"/>
          </a:solidFill>
          <a:ln/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3200400" y="352044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Servicios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943600" y="3520440"/>
            <a:ext cx="2560320" cy="640080"/>
          </a:xfrm>
          <a:prstGeom prst="rect">
            <a:avLst/>
          </a:prstGeom>
          <a:solidFill>
            <a:srgbClr val="06B6D4"/>
          </a:solidFill>
          <a:ln/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943600" y="352044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Tiendas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Testimonios Reales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8229600" cy="1371600"/>
          </a:xfrm>
          <a:prstGeom prst="rect">
            <a:avLst/>
          </a:prstGeom>
          <a:solidFill>
            <a:srgbClr val="06B6D4"/>
          </a:solidFill>
          <a:ln/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132588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"En 3 minutos completé el formulario y en 1 minuto ya tenía mi sitio publicado"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205740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Martina González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2267712"/>
            <a:ext cx="7863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Nutricionista, Mar del Plata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2743200"/>
            <a:ext cx="8229600" cy="1371600"/>
          </a:xfrm>
          <a:prstGeom prst="rect">
            <a:avLst/>
          </a:prstGeom>
          <a:solidFill>
            <a:srgbClr val="06B6D4"/>
          </a:solidFill>
          <a:ln/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0080" y="288036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"Nunca pensé que podría tener un sitio así sin contratar un diseñador"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361188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Ricardo Fernández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3822192"/>
            <a:ext cx="7863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Pizzería Don Ricardo, Córdoba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4297680"/>
            <a:ext cx="8229600" cy="1371600"/>
          </a:xfrm>
          <a:prstGeom prst="rect">
            <a:avLst/>
          </a:prstGeom>
          <a:solidFill>
            <a:srgbClr val="06B6D4"/>
          </a:solidFill>
          <a:ln/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0080" y="443484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"El template legal es muy profesional. Mis clientes lo mencionan como factor de confianza"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" y="516636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Valentina Cruz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0080" y="5376672"/>
            <a:ext cx="7863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Abogada, Buenos Aires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Planes de Precios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2468880" cy="3474720"/>
          </a:xfrm>
          <a:prstGeom prst="rect">
            <a:avLst/>
          </a:prstGeom>
          <a:solidFill>
            <a:srgbClr val="E8EEF5"/>
          </a:solidFill>
          <a:ln/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37160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182880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94360" y="2743200"/>
            <a:ext cx="21945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Generación básica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Preview del sitio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00400" y="1188720"/>
            <a:ext cx="2468880" cy="3474720"/>
          </a:xfrm>
          <a:prstGeom prst="rect">
            <a:avLst/>
          </a:prstGeom>
          <a:solidFill>
            <a:srgbClr val="06B6D4"/>
          </a:solidFill>
          <a:ln/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00400" y="137160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Essential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200400" y="182880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$12,000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200400" y="22860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ARS/mes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337560" y="2743200"/>
            <a:ext cx="21945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Free +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Publicación automática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Soporte prioritario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943600" y="1188720"/>
            <a:ext cx="2468880" cy="3474720"/>
          </a:xfrm>
          <a:prstGeom prst="rect">
            <a:avLst/>
          </a:prstGeom>
          <a:solidFill>
            <a:srgbClr val="E8EEF5"/>
          </a:solidFill>
          <a:ln/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943600" y="137160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943600" y="182880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$29,000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5943600" y="22860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ARS/mes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080760" y="2743200"/>
            <a:ext cx="21945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Essential +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Dominios personalizados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avanzado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Tracción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1828800" cy="3017520"/>
          </a:xfrm>
          <a:prstGeom prst="rect">
            <a:avLst/>
          </a:prstGeom>
          <a:solidFill>
            <a:srgbClr val="06B6D4"/>
          </a:solidFill>
          <a:ln/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57200" y="173736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+500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48640" y="2834640"/>
            <a:ext cx="16459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Negocios Activos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017520" y="1371600"/>
            <a:ext cx="1828800" cy="3017520"/>
          </a:xfrm>
          <a:prstGeom prst="rect">
            <a:avLst/>
          </a:prstGeom>
          <a:solidFill>
            <a:srgbClr val="06B6D4"/>
          </a:solidFill>
          <a:ln/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017520" y="173736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4.9/5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3108960" y="2834640"/>
            <a:ext cx="16459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Calificación Promedio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577840" y="1371600"/>
            <a:ext cx="1828800" cy="3017520"/>
          </a:xfrm>
          <a:prstGeom prst="rect">
            <a:avLst/>
          </a:prstGeom>
          <a:solidFill>
            <a:srgbClr val="06B6D4"/>
          </a:solidFill>
          <a:ln/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577840" y="173736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58s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5669280" y="2834640"/>
            <a:ext cx="16459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Generación Promedio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138160" y="1371600"/>
            <a:ext cx="1828800" cy="3017520"/>
          </a:xfrm>
          <a:prstGeom prst="rect">
            <a:avLst/>
          </a:prstGeom>
          <a:solidFill>
            <a:srgbClr val="06B6D4"/>
          </a:solidFill>
          <a:ln/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138160" y="173736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12+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8229600" y="2834640"/>
            <a:ext cx="16459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Tipos de Negocios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Oportunidad de Asociación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640080" y="1188720"/>
            <a:ext cx="786384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Agencias &amp; Consultores</a:t>
            </a:r>
            <a:endParaRPr lang="en-US" sz="2000" dirty="0"/>
          </a:p>
          <a:p>
            <a:pPr algn="l" indent="0" marL="0">
              <a:buNone/>
            </a:pPr>
            <a:r>
              <a:rPr lang="en-US" sz="2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2000" dirty="0"/>
          </a:p>
          <a:p>
            <a:pPr algn="l" marL="342900" indent="-342900"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White-label completo</a:t>
            </a:r>
            <a:endParaRPr lang="en-US" sz="2000" dirty="0"/>
          </a:p>
          <a:p>
            <a:pPr algn="l" marL="342900" indent="-342900"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Comisiones competitivas por venta</a:t>
            </a:r>
            <a:endParaRPr lang="en-US" sz="2000" dirty="0"/>
          </a:p>
          <a:p>
            <a:pPr algn="l" marL="342900" indent="-342900"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Ingresos recurrentes</a:t>
            </a:r>
            <a:endParaRPr lang="en-US" sz="2000" dirty="0"/>
          </a:p>
          <a:p>
            <a:pPr algn="l" marL="342900" indent="-342900"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Soporte y materiales de marketing</a:t>
            </a:r>
            <a:endParaRPr lang="en-US" sz="2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Contacto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1828800" y="1645920"/>
            <a:ext cx="54864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Web: </a:t>
            </a:r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automaticialab.com
</a:t>
            </a:r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Email: </a:t>
            </a:r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automaticialab@gmail.com
</a:t>
            </a:r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Instagram: </a:t>
            </a:r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@automatic.ialab
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286000" y="3840480"/>
            <a:ext cx="4572000" cy="731520"/>
          </a:xfrm>
          <a:prstGeom prst="rect">
            <a:avLst/>
          </a:prstGeom>
          <a:solidFill>
            <a:srgbClr val="06B6D4"/>
          </a:solidFill>
          <a:ln/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286000" y="384048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¡Automatizá tu negocio con IA!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Automatic IA Lab Pitch Deck</dc:title>
  <dc:subject>PptxGenJS Presentation</dc:subject>
  <dc:creator>Automatic IA Lab</dc:creator>
  <cp:lastModifiedBy>Automatic IA Lab</cp:lastModifiedBy>
  <cp:revision>1</cp:revision>
  <dcterms:created xsi:type="dcterms:W3CDTF">2026-03-19T23:51:47Z</dcterms:created>
  <dcterms:modified xsi:type="dcterms:W3CDTF">2026-03-19T23:51:47Z</dcterms:modified>
</cp:coreProperties>
</file>