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Automatic IA Lab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Programa de Partners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Generá ingresos recurrentes ofreciendo sitios web con IA a tus clientes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automaticialab.com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Problema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70% de los negocios locales en Argentina no tiene sitio web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237744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2103120"/>
            <a:ext cx="731520" cy="731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0175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Contratar un diseñador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36576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cuesta entre $100K-500K ARS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83280" y="1828800"/>
            <a:ext cx="237744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5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2103120"/>
            <a:ext cx="731520" cy="7315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566160" y="30175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Los builders tradicionales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3566160" y="36576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complicados de usar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126480" y="1828800"/>
            <a:ext cx="237744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5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2103120"/>
            <a:ext cx="731520" cy="7315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309360" y="30175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Sin presencia online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6309360" y="36576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pierden clientes potenciales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 Solución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IA Lab genera sitios web en 60 segundos con IA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914400" y="2011680"/>
            <a:ext cx="2011680" cy="1828800"/>
          </a:xfrm>
          <a:prstGeom prst="rect">
            <a:avLst/>
          </a:prstGeom>
          <a:solidFill>
            <a:srgbClr val="06B6D4"/>
          </a:solidFill>
          <a:ln/>
          <a:effectLst>
            <a:outerShdw sx="100000" sy="100000" kx="0" ky="0" algn="bl" rotWithShape="0" blurRad="101600" dist="38100" dir="162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97280" y="2377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Formulario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30175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del negocio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108960" y="27432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6B6D4"/>
                </a:solidFill>
              </a:rPr>
              <a:t>→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3657600" y="2011680"/>
            <a:ext cx="2011680" cy="1828800"/>
          </a:xfrm>
          <a:prstGeom prst="rect">
            <a:avLst/>
          </a:prstGeom>
          <a:solidFill>
            <a:srgbClr val="06B6D4"/>
          </a:solidFill>
          <a:ln/>
          <a:effectLst>
            <a:outerShdw sx="100000" sy="100000" kx="0" ky="0" algn="bl" rotWithShape="0" blurRad="101600" dist="38100" dir="162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840480" y="2377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IA genera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840480" y="30175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+ contenido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852160" y="27432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6B6D4"/>
                </a:solidFill>
              </a:rPr>
              <a:t>→</a:t>
            </a:r>
            <a:endParaRPr lang="en-US" sz="3200" dirty="0"/>
          </a:p>
        </p:txBody>
      </p:sp>
      <p:sp>
        <p:nvSpPr>
          <p:cNvPr id="13" name="Shape 11"/>
          <p:cNvSpPr/>
          <p:nvPr/>
        </p:nvSpPr>
        <p:spPr>
          <a:xfrm>
            <a:off x="6400800" y="2011680"/>
            <a:ext cx="2011680" cy="1828800"/>
          </a:xfrm>
          <a:prstGeom prst="rect">
            <a:avLst/>
          </a:prstGeom>
          <a:solidFill>
            <a:srgbClr val="06B6D4"/>
          </a:solidFill>
          <a:ln/>
          <a:effectLst>
            <a:outerShdw sx="100000" sy="100000" kx="0" ky="0" algn="bl" rotWithShape="0" blurRad="101600" dist="38100" dir="162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83680" y="2377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 publica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83680" y="30175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Listo para usar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• Rápido • Efectivo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Por los Números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1828800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82880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+500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914400" y="292608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Sitios generados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880360" y="1371600"/>
            <a:ext cx="1828800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063240" y="182880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58 seg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063240" y="292608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promedio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0" y="1371600"/>
            <a:ext cx="1828800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212080" y="182880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12+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5212080" y="292608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Rubros disponibles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178040" y="1371600"/>
            <a:ext cx="1828800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60920" y="182880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4.9/5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7360920" y="292608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Calificación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Para Quién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2194560" cy="1645920"/>
          </a:xfrm>
          <a:prstGeom prst="rect">
            <a:avLst/>
          </a:prstGeom>
          <a:solidFill>
            <a:srgbClr val="06B6D4"/>
          </a:solidFill>
          <a:ln/>
          <a:effectLst>
            <a:outerShdw sx="100000" sy="100000" kx="0" ky="0" algn="bl" rotWithShape="0" blurRad="101600" dist="38100" dir="16200000">
              <a:srgbClr val="000000">
                <a:alpha val="1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1508760"/>
            <a:ext cx="822960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468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Restaurantes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017520" y="1280160"/>
            <a:ext cx="2194560" cy="1645920"/>
          </a:xfrm>
          <a:prstGeom prst="rect">
            <a:avLst/>
          </a:prstGeom>
          <a:solidFill>
            <a:srgbClr val="06B6D4"/>
          </a:solidFill>
          <a:ln/>
          <a:effectLst>
            <a:outerShdw sx="100000" sy="100000" kx="0" ky="0" algn="bl" rotWithShape="0" blurRad="101600" dist="38100" dir="16200000">
              <a:srgbClr val="000000">
                <a:alpha val="15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320" y="1508760"/>
            <a:ext cx="822960" cy="8229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200400" y="2468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Abogados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5394960" y="1280160"/>
            <a:ext cx="2194560" cy="1645920"/>
          </a:xfrm>
          <a:prstGeom prst="rect">
            <a:avLst/>
          </a:prstGeom>
          <a:solidFill>
            <a:srgbClr val="06B6D4"/>
          </a:solidFill>
          <a:ln/>
          <a:effectLst>
            <a:outerShdw sx="100000" sy="100000" kx="0" ky="0" algn="bl" rotWithShape="0" blurRad="101600" dist="38100" dir="16200000">
              <a:srgbClr val="000000">
                <a:alpha val="15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1508760"/>
            <a:ext cx="822960" cy="8229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577840" y="2468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Médicos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640080" y="3291840"/>
            <a:ext cx="2194560" cy="1645920"/>
          </a:xfrm>
          <a:prstGeom prst="rect">
            <a:avLst/>
          </a:prstGeom>
          <a:solidFill>
            <a:srgbClr val="06B6D4"/>
          </a:solidFill>
          <a:ln/>
          <a:effectLst>
            <a:outerShdw sx="100000" sy="100000" kx="0" ky="0" algn="bl" rotWithShape="0" blurRad="101600" dist="38100" dir="16200000">
              <a:srgbClr val="000000">
                <a:alpha val="15000"/>
              </a:srgbClr>
            </a:outerShdw>
          </a:effectLst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5880" y="3520440"/>
            <a:ext cx="822960" cy="82296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22960" y="4480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Gimnasios</a:t>
            </a:r>
            <a:endParaRPr lang="en-US" sz="1200" dirty="0"/>
          </a:p>
        </p:txBody>
      </p:sp>
      <p:sp>
        <p:nvSpPr>
          <p:cNvPr id="16" name="Shape 10"/>
          <p:cNvSpPr/>
          <p:nvPr/>
        </p:nvSpPr>
        <p:spPr>
          <a:xfrm>
            <a:off x="3017520" y="3291840"/>
            <a:ext cx="2194560" cy="1645920"/>
          </a:xfrm>
          <a:prstGeom prst="rect">
            <a:avLst/>
          </a:prstGeom>
          <a:solidFill>
            <a:srgbClr val="06B6D4"/>
          </a:solidFill>
          <a:ln/>
          <a:effectLst>
            <a:outerShdw sx="100000" sy="100000" kx="0" ky="0" algn="bl" rotWithShape="0" blurRad="101600" dist="38100" dir="16200000">
              <a:srgbClr val="000000">
                <a:alpha val="15000"/>
              </a:srgbClr>
            </a:outerShdw>
          </a:effectLst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3320" y="3520440"/>
            <a:ext cx="822960" cy="82296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3200400" y="4480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Peluquerías</a:t>
            </a:r>
            <a:endParaRPr lang="en-US" sz="1200" dirty="0"/>
          </a:p>
        </p:txBody>
      </p:sp>
      <p:sp>
        <p:nvSpPr>
          <p:cNvPr id="19" name="Shape 12"/>
          <p:cNvSpPr/>
          <p:nvPr/>
        </p:nvSpPr>
        <p:spPr>
          <a:xfrm>
            <a:off x="5394960" y="3291840"/>
            <a:ext cx="2194560" cy="1645920"/>
          </a:xfrm>
          <a:prstGeom prst="rect">
            <a:avLst/>
          </a:prstGeom>
          <a:solidFill>
            <a:srgbClr val="06B6D4"/>
          </a:solidFill>
          <a:ln/>
          <a:effectLst>
            <a:outerShdw sx="100000" sy="100000" kx="0" ky="0" algn="bl" rotWithShape="0" blurRad="101600" dist="38100" dir="16200000">
              <a:srgbClr val="000000">
                <a:alpha val="15000"/>
              </a:srgbClr>
            </a:outerShdw>
          </a:effectLst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0760" y="3520440"/>
            <a:ext cx="822960" cy="82296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577840" y="4480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Inmobiliarias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Features Incluidas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228600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554480"/>
            <a:ext cx="822960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4688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Generación con IA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200400" y="1371600"/>
            <a:ext cx="228600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5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1554480"/>
            <a:ext cx="822960" cy="8229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383280" y="24688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Diseño Responsive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5760720" y="1371600"/>
            <a:ext cx="228600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5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554480"/>
            <a:ext cx="822960" cy="8229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943600" y="24688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SEO Incluido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640080" y="3200400"/>
            <a:ext cx="228600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5000"/>
              </a:srgbClr>
            </a:outerShdw>
          </a:effectLst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3383280"/>
            <a:ext cx="822960" cy="82296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22960" y="42976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WhatsApp Integrado</a:t>
            </a:r>
            <a:endParaRPr lang="en-US" sz="1200" dirty="0"/>
          </a:p>
        </p:txBody>
      </p:sp>
      <p:sp>
        <p:nvSpPr>
          <p:cNvPr id="16" name="Shape 10"/>
          <p:cNvSpPr/>
          <p:nvPr/>
        </p:nvSpPr>
        <p:spPr>
          <a:xfrm>
            <a:off x="3200400" y="3200400"/>
            <a:ext cx="228600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5000"/>
              </a:srgbClr>
            </a:outerShdw>
          </a:effectLst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1920" y="3383280"/>
            <a:ext cx="822960" cy="82296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3383280" y="42976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HTTPS/SSL</a:t>
            </a:r>
            <a:endParaRPr lang="en-US" sz="1200" dirty="0"/>
          </a:p>
        </p:txBody>
      </p:sp>
      <p:sp>
        <p:nvSpPr>
          <p:cNvPr id="19" name="Shape 12"/>
          <p:cNvSpPr/>
          <p:nvPr/>
        </p:nvSpPr>
        <p:spPr>
          <a:xfrm>
            <a:off x="5760720" y="3200400"/>
            <a:ext cx="228600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5000"/>
              </a:srgbClr>
            </a:outerShdw>
          </a:effectLst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0" y="3383280"/>
            <a:ext cx="822960" cy="82296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943600" y="42976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Google Analytics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Planes y Precios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5603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371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Free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$0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24231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Siempre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92608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sitio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Actualización limitada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comunitario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08960" y="1097280"/>
            <a:ext cx="2560320" cy="3657600"/>
          </a:xfrm>
          <a:prstGeom prst="rect">
            <a:avLst/>
          </a:prstGeom>
          <a:solidFill>
            <a:srgbClr val="06B6D4"/>
          </a:solidFill>
          <a:ln w="3810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91840" y="1371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Essential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91840" y="18288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$12K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291840" y="24231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91840" y="292608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Sitios ilimitados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Actualizaciones automáticas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email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760720" y="1097280"/>
            <a:ext cx="25603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943600" y="1371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Professional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943600" y="18288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$29K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943600" y="24231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943600" y="292608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Essential +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prioritario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avanzado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Programa de Partners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1371600" y="1097280"/>
            <a:ext cx="6400800" cy="640080"/>
          </a:xfrm>
          <a:prstGeom prst="rect">
            <a:avLst/>
          </a:prstGeom>
          <a:solidFill>
            <a:srgbClr val="06B6D4"/>
          </a:solidFill>
          <a:ln/>
          <a:effectLst>
            <a:outerShdw sx="100000" sy="100000" kx="0" ky="0" algn="bl" rotWithShape="0" blurRad="101600" dist="38100" dir="162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371600" y="10972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Ganá hasta el 30% de comisión recurrente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31520" y="2011680"/>
            <a:ext cx="182880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16200000">
              <a:srgbClr val="000000">
                <a:alpha val="1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2286000"/>
            <a:ext cx="914400" cy="9144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33832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Dashboard exclusivo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68680" y="3886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partners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743200" y="2011680"/>
            <a:ext cx="182880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16200000">
              <a:srgbClr val="000000">
                <a:alpha val="15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2286000"/>
            <a:ext cx="914400" cy="9144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880360" y="33832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30% comisión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2880360" y="3886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cliente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754880" y="2011680"/>
            <a:ext cx="182880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16200000">
              <a:srgbClr val="000000">
                <a:alpha val="15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0" y="2286000"/>
            <a:ext cx="914400" cy="9144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892040" y="33832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Material de ventas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4892040" y="3886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incluido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6766560" y="2011680"/>
            <a:ext cx="182880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16200000">
              <a:srgbClr val="000000">
                <a:alpha val="15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0" y="2286000"/>
            <a:ext cx="914400" cy="9144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903720" y="33832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Soporte prioritario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6903720" y="3886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inversión inicial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Modelo de Ingresos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188720" y="15087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 clientes Essential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0" y="15087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$36K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914400" y="2560320"/>
            <a:ext cx="731520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188720" y="26974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 clientes Essential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0" y="2697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$72K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914400" y="3749040"/>
            <a:ext cx="731520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188720" y="38862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 clientes Essential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0" y="38862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$180K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Ingresos pasivos y recurrentes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Qué Dicen Nuestros Clientes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25603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162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463040"/>
            <a:ext cx="210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"En 60 segundos tuve mi sitio web. Increíble."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77240" y="3291840"/>
            <a:ext cx="2103120" cy="7315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34747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Martina González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38404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Nutricionista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08960" y="1188720"/>
            <a:ext cx="25603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162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37560" y="1463040"/>
            <a:ext cx="210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"Mis clientes pueden ver el menú online. Las ventas crecieron 40%."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37560" y="3291840"/>
            <a:ext cx="2103120" cy="7315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2" name="Text 10"/>
          <p:cNvSpPr/>
          <p:nvPr/>
        </p:nvSpPr>
        <p:spPr>
          <a:xfrm>
            <a:off x="3337560" y="34747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Ricardo Fernández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37560" y="38404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Pizzería Don Ricardo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669280" y="1188720"/>
            <a:ext cx="25603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162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897880" y="1463040"/>
            <a:ext cx="210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"Profesional, actualizado automáticamente. Muy recomendado."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897880" y="3291840"/>
            <a:ext cx="2103120" cy="7315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7" name="Text 15"/>
          <p:cNvSpPr/>
          <p:nvPr/>
        </p:nvSpPr>
        <p:spPr>
          <a:xfrm>
            <a:off x="5897880" y="34747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Valentina Cruz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897880" y="38404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Abogada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Próximos Pasos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Empezá a generar ingresos hoy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2560320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0" y="1737360"/>
            <a:ext cx="365760" cy="36576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0" y="2286000"/>
            <a:ext cx="731520" cy="7315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32004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Registrate como Partner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474720" y="1645920"/>
            <a:ext cx="2560320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72000" y="1737360"/>
            <a:ext cx="365760" cy="36576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2" name="Text 9"/>
          <p:cNvSpPr/>
          <p:nvPr/>
        </p:nvSpPr>
        <p:spPr>
          <a:xfrm>
            <a:off x="457200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2286000"/>
            <a:ext cx="731520" cy="7315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57600" y="32004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Compartí con tus clientes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217920" y="1645920"/>
            <a:ext cx="2560320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315200" y="1737360"/>
            <a:ext cx="365760" cy="36576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7" name="Text 13"/>
          <p:cNvSpPr/>
          <p:nvPr/>
        </p:nvSpPr>
        <p:spPr>
          <a:xfrm>
            <a:off x="731520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2286000"/>
            <a:ext cx="731520" cy="7315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00800" y="32004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Cobrá comisiones recurrentes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1371600" y="4389120"/>
            <a:ext cx="6400800" cy="548640"/>
          </a:xfrm>
          <a:prstGeom prst="rect">
            <a:avLst/>
          </a:prstGeom>
          <a:solidFill>
            <a:srgbClr val="06B6D4"/>
          </a:solidFill>
          <a:ln/>
          <a:effectLst>
            <a:outerShdw sx="100000" sy="100000" kx="0" ky="0" algn="bl" rotWithShape="0" blurRad="101600" dist="38100" dir="16200000">
              <a:srgbClr val="000000">
                <a:alpha val="15000"/>
              </a:srgbClr>
            </a:outerShdw>
          </a:effectLst>
        </p:spPr>
      </p:sp>
      <p:sp>
        <p:nvSpPr>
          <p:cNvPr id="21" name="Text 16"/>
          <p:cNvSpPr/>
          <p:nvPr/>
        </p:nvSpPr>
        <p:spPr>
          <a:xfrm>
            <a:off x="1371600" y="43891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automaticialab@gmail.com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Automatic IA Lab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de Partners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Generá ingresos recurrentes con IA</a:t>
            </a:r>
            <a:endParaRPr lang="en-US" sz="1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0" y="292608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74904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automaticialab.com</a:t>
            </a:r>
            <a:endParaRPr lang="en-US" sz="14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3566160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749040" y="3566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automaticialab@gmail.com</a:t>
            </a:r>
            <a:endParaRPr lang="en-US" sz="14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4206240"/>
            <a:ext cx="365760" cy="3657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749040" y="4206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@automatic.ialab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Programa de Partners - Automatic IA Lab</dc:title>
  <dc:subject>PptxGenJS Presentation</dc:subject>
  <dc:creator>Automatic IA Lab</dc:creator>
  <cp:lastModifiedBy>Automatic IA Lab</cp:lastModifiedBy>
  <cp:revision>1</cp:revision>
  <dcterms:created xsi:type="dcterms:W3CDTF">2026-03-20T01:01:14Z</dcterms:created>
  <dcterms:modified xsi:type="dcterms:W3CDTF">2026-03-20T01:01:14Z</dcterms:modified>
</cp:coreProperties>
</file>